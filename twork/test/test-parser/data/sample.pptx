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智慧物流系统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项目需求说明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项目概述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开发智慧物流管理系统</a:t>
            </a:r>
          </a:p>
          <a:p>
            <a:pPr lvl="1"/>
            <a:r>
              <a:t>实现订单管理、仓储管理、配送管理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核心功能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订单管理</a:t>
            </a:r>
          </a:p>
          <a:p>
            <a:pPr/>
            <a:r>
              <a:t>仓储管理</a:t>
            </a:r>
          </a:p>
          <a:p>
            <a:pPr/>
            <a:r>
              <a:t>配送路线优化</a:t>
            </a:r>
          </a:p>
          <a:p>
            <a:pPr/>
            <a:r>
              <a:t>实时追踪</a:t>
            </a:r>
          </a:p>
          <a:p>
            <a:pPr/>
            <a:r>
              <a:t>数据分析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